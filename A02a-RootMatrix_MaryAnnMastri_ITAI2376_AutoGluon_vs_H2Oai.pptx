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52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26338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011680" cy="2011680"/>
          </a:xfrm>
          <a:prstGeom prst="ellipse">
            <a:avLst/>
          </a:prstGeom>
          <a:solidFill>
            <a:srgbClr val="2C3B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AutoGluon (AWS)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H2O.ai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is AWS's open-source AutoML, built for top performance with minimal code across tabular, text, and image data — automatic model selection, ensembling, and hyperparameter tuning.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526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MINIMAL CODE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H2O.ai is an enterprise ML platform. H2O AutoML sits on the H2O engine, automating training, ensembling, and evaluation across many algorithms — robust, scalable AutoML, including a no-code web UI.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452628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45262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PRODUCTION-READY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Ann Mastri  |  ITAI 2376  |  Root Matrix A02a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Comparative Perspective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1005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1247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AutoGluon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support: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text, and image in one framework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ensembling &amp; stacking: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hyper-ensemble approach that maximizes accuracy, often at the cost of training time and transparency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1247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H2O.ai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5087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engine: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on clusters and handle large datasets</a:t>
            </a:r>
            <a:endParaRPr lang="en-US" sz="108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UI: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visual interface for non-coders</a:t>
            </a:r>
            <a:endParaRPr lang="en-US" sz="108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ensembles: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ensembles from multiple base models for generalization and stability</a:t>
            </a:r>
            <a:endParaRPr lang="en-US" sz="108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support: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R, Java, Scala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Perspective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64240" cy="26517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2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AutoGluon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H2O.ai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for notebook/script-comfortable users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 for non-coders via H2O Flow; multi-language support eases stack integration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Top-tier accuracy from aggressive ensembling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stable performance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source, backed by AWS; active GitHub and docs, smaller community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community with commercial support, training, and enterprise services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well on single machines and cloud instances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distributed computing, big data, and cluster environments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AutoGluon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prediction such as credit risk, churn, and fraud, where high accuracy matters and teams want fast experimentation. A strong fit for research, rapid prototyping, and small teams that prefer Python notebooks and want expert-level performance fast.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H2O.ai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0020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enterprise environments for large-scale predictive modeling with MLOps integration. Large organizations use H2O AutoML for credit risk, customer churn, and anomaly detection, with distributed training and governance.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611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23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is the pick for research and rapid prototyping. H2O.ai is the pick for enterprise, distributed, production-grade AutoML.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AutoGluon. (2024). AutoGluon documentation. auto.gluon.ai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H2O.ai. (2024). H2O AutoML documentation. docs.h2o.ai/h2o/latest-stable/h2o-docs/automl.html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386</Words>
  <Application>Microsoft Office PowerPoint</Application>
  <PresentationFormat>Widescreen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ANN</cp:lastModifiedBy>
  <cp:revision>1</cp:revision>
  <dcterms:created xsi:type="dcterms:W3CDTF">2026-09-04T10:07:12Z</dcterms:created>
  <dcterms:modified xsi:type="dcterms:W3CDTF">2026-09-04T10:13:30Z</dcterms:modified>
</cp:coreProperties>
</file>