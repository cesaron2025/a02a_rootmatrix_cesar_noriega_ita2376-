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" dt="2026-09-04T04:12: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60CDA-B660-8C02-0BEB-C7250FAA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BB3AED-D964-82AB-3861-B2264A06A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5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8D883A-155A-70B2-B358-F53821DB7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5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5E4B32-7E33-E6AA-E033-F75CAEF1F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2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B31E6B-6D5C-43B7-CD2E-E463CC307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8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3A72A5-A71A-ED44-E8F4-E67DC2066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6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6A7E44-BDD4-0875-4855-4B5B1C1D0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7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64218A-20F4-B29A-C4A4-0EEAA0BB0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7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8A8DEC-0768-097B-E6A9-98D5E8834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5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24</cp:revision>
  <dcterms:created xsi:type="dcterms:W3CDTF">2013-07-15T20:26:40Z</dcterms:created>
  <dcterms:modified xsi:type="dcterms:W3CDTF">2026-09-04T04:12:59Z</dcterms:modified>
</cp:coreProperties>
</file>