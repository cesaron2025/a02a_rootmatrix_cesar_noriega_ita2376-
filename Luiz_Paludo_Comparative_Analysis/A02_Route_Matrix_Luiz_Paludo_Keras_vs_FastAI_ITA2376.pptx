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7A634-3C3C-0F3D-8377-DAB87E878C11}" v="28" dt="2026-08-31T01:34:30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45A1B9-F10D-7A00-2CAB-4BE981FC4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Binary Code - Interface Sound Effects  Sci-Fi Computer Beeps &amp; Data Processing Sounds">
            <a:hlinkClick r:id="" action="ppaction://media"/>
            <a:extLst>
              <a:ext uri="{FF2B5EF4-FFF2-40B4-BE49-F238E27FC236}">
                <a16:creationId xmlns:a16="http://schemas.microsoft.com/office/drawing/2014/main" id="{9160C54A-C7BA-8107-4FC9-DE0A07DA54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58886" y="210853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9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48F0DE-EB80-3541-6500-8E6B8C2A1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75C1DD-70BF-FC62-24B0-119127E89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" r="-2" b="-2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4D6E3B-51DF-C0C8-BC54-D3A19EF72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6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BEEA0C-32A4-00E5-B04C-EA0E240FD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9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1856AE-C2FD-88CF-D50E-DF2C341BA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21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</cp:revision>
  <dcterms:created xsi:type="dcterms:W3CDTF">2026-08-31T01:17:56Z</dcterms:created>
  <dcterms:modified xsi:type="dcterms:W3CDTF">2026-08-31T01:37:04Z</dcterms:modified>
</cp:coreProperties>
</file>